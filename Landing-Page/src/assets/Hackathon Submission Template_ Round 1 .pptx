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22" Type="http://schemas.openxmlformats.org/officeDocument/2006/relationships/font" Target="fonts/RobotoMono-bold.fntdata"/><Relationship Id="rId10" Type="http://schemas.openxmlformats.org/officeDocument/2006/relationships/slide" Target="slides/slide5.xml"/><Relationship Id="rId21" Type="http://schemas.openxmlformats.org/officeDocument/2006/relationships/font" Target="fonts/RobotoMono-regular.fntdata"/><Relationship Id="rId13" Type="http://schemas.openxmlformats.org/officeDocument/2006/relationships/slide" Target="slides/slide8.xml"/><Relationship Id="rId24" Type="http://schemas.openxmlformats.org/officeDocument/2006/relationships/font" Target="fonts/RobotoMon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Hackathon – Round 1 PPT Submission Guidelines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Purpose of Round 1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Round 1 is designed to evaluate: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Clarity of the problem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Intent behind choosing the problem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Soundness of the proposed approach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Feasibility of the idea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This round is </a:t>
            </a:r>
            <a:r>
              <a:rPr b="1" lang="en-GB" sz="1200">
                <a:solidFill>
                  <a:schemeClr val="dk1"/>
                </a:solidFill>
              </a:rPr>
              <a:t>not about building a complete product</a:t>
            </a:r>
            <a:r>
              <a:rPr lang="en-GB" sz="1200">
                <a:solidFill>
                  <a:schemeClr val="dk1"/>
                </a:solidFill>
              </a:rPr>
              <a:t>. It is about how well you </a:t>
            </a:r>
            <a:r>
              <a:rPr b="1" lang="en-GB" sz="1200">
                <a:solidFill>
                  <a:schemeClr val="dk1"/>
                </a:solidFill>
              </a:rPr>
              <a:t>think, structure, and communicate</a:t>
            </a:r>
            <a:r>
              <a:rPr lang="en-GB" sz="1200">
                <a:solidFill>
                  <a:schemeClr val="dk1"/>
                </a:solidFill>
              </a:rPr>
              <a:t> your idea.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Who Should Submit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</a:t>
            </a:r>
            <a:r>
              <a:rPr b="1" lang="en-GB" sz="1200">
                <a:solidFill>
                  <a:schemeClr val="dk1"/>
                </a:solidFill>
              </a:rPr>
              <a:t>Team Leader</a:t>
            </a:r>
            <a:r>
              <a:rPr lang="en-GB" sz="1200">
                <a:solidFill>
                  <a:schemeClr val="dk1"/>
                </a:solidFill>
              </a:rPr>
              <a:t> is responsible for: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Filling the template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Ensuring accuracy and clarity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Submitting the final PPT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Submission Format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Format:</a:t>
            </a:r>
            <a:r>
              <a:rPr lang="en-GB" sz="1200">
                <a:solidFill>
                  <a:schemeClr val="dk1"/>
                </a:solidFill>
              </a:rPr>
              <a:t> PDF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Total Slides:</a:t>
            </a:r>
            <a:r>
              <a:rPr lang="en-GB" sz="1200">
                <a:solidFill>
                  <a:schemeClr val="dk1"/>
                </a:solidFill>
              </a:rPr>
              <a:t> 8–10 slides (strict)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Language:</a:t>
            </a:r>
            <a:r>
              <a:rPr lang="en-GB" sz="1200">
                <a:solidFill>
                  <a:schemeClr val="dk1"/>
                </a:solidFill>
              </a:rPr>
              <a:t> English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Orientation:</a:t>
            </a:r>
            <a:r>
              <a:rPr lang="en-GB" sz="1200">
                <a:solidFill>
                  <a:schemeClr val="dk1"/>
                </a:solidFill>
              </a:rPr>
              <a:t> Any (keep it consistent)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File Name Format:</a:t>
            </a:r>
            <a:br>
              <a:rPr b="1"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</a:t>
            </a:r>
            <a: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TeamName_LeaderName_Round1_PPT</a:t>
            </a:r>
            <a:br>
              <a:rPr lang="en-GB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What Judges Are Looking For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Judges will primarily evaluate: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How clearly the </a:t>
            </a:r>
            <a:r>
              <a:rPr b="1" lang="en-GB" sz="1200">
                <a:solidFill>
                  <a:schemeClr val="dk1"/>
                </a:solidFill>
              </a:rPr>
              <a:t>problem is defined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your understanding of  </a:t>
            </a:r>
            <a:r>
              <a:rPr b="1" lang="en-GB" sz="1200">
                <a:solidFill>
                  <a:schemeClr val="dk1"/>
                </a:solidFill>
              </a:rPr>
              <a:t>problem is real and relevant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Logical </a:t>
            </a:r>
            <a:r>
              <a:rPr b="1" lang="en-GB" sz="1200">
                <a:solidFill>
                  <a:schemeClr val="dk1"/>
                </a:solidFill>
              </a:rPr>
              <a:t>flow of thinking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Simplicity and feasibility of the </a:t>
            </a:r>
            <a:r>
              <a:rPr b="1" lang="en-GB" sz="1200">
                <a:solidFill>
                  <a:schemeClr val="dk1"/>
                </a:solidFill>
              </a:rPr>
              <a:t>solution approach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Ability to explain the idea </a:t>
            </a:r>
            <a:r>
              <a:rPr b="1" lang="en-GB" sz="1200">
                <a:solidFill>
                  <a:schemeClr val="dk1"/>
                </a:solidFill>
              </a:rPr>
              <a:t>without heavy technical depth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Focus on </a:t>
            </a:r>
            <a:r>
              <a:rPr b="1" lang="en-GB" sz="1200">
                <a:solidFill>
                  <a:schemeClr val="dk1"/>
                </a:solidFill>
              </a:rPr>
              <a:t>why</a:t>
            </a:r>
            <a:r>
              <a:rPr lang="en-GB" sz="1200">
                <a:solidFill>
                  <a:schemeClr val="dk1"/>
                </a:solidFill>
              </a:rPr>
              <a:t>, </a:t>
            </a:r>
            <a:r>
              <a:rPr b="1" lang="en-GB" sz="1200">
                <a:solidFill>
                  <a:schemeClr val="dk1"/>
                </a:solidFill>
              </a:rPr>
              <a:t>what</a:t>
            </a:r>
            <a:r>
              <a:rPr lang="en-GB" sz="1200">
                <a:solidFill>
                  <a:schemeClr val="dk1"/>
                </a:solidFill>
              </a:rPr>
              <a:t>, and </a:t>
            </a:r>
            <a:r>
              <a:rPr b="1" lang="en-GB" sz="1200">
                <a:solidFill>
                  <a:schemeClr val="dk1"/>
                </a:solidFill>
              </a:rPr>
              <a:t>how (at a high level)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What Judges Will Look For (Regarding Mutation)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Judges will evaluate: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you identified what could break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your solution responds logically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trade-offs are clear and reasonable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Whether the design supports change without collapse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Content Guidelines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Each slide should convey </a:t>
            </a:r>
            <a:r>
              <a:rPr b="1" lang="en-GB" sz="1200">
                <a:solidFill>
                  <a:schemeClr val="dk1"/>
                </a:solidFill>
              </a:rPr>
              <a:t>one clear idea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Use </a:t>
            </a:r>
            <a:r>
              <a:rPr b="1" lang="en-GB" sz="1200">
                <a:solidFill>
                  <a:schemeClr val="dk1"/>
                </a:solidFill>
              </a:rPr>
              <a:t>short bullet points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Avoid jargon unless absolutely necessary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Prefer clarity over sophistication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Submission Checklist (Mandatory)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Before submitting, ensure that: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</a:t>
            </a:r>
            <a:r>
              <a:rPr b="1" lang="en-GB" sz="1200">
                <a:solidFill>
                  <a:schemeClr val="dk1"/>
                </a:solidFill>
              </a:rPr>
              <a:t>problem is understandable in one read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Slides are </a:t>
            </a:r>
            <a:r>
              <a:rPr b="1" lang="en-GB" sz="1200">
                <a:solidFill>
                  <a:schemeClr val="dk1"/>
                </a:solidFill>
              </a:rPr>
              <a:t>not overcrowded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Language is </a:t>
            </a:r>
            <a:r>
              <a:rPr b="1" lang="en-GB" sz="1200">
                <a:solidFill>
                  <a:schemeClr val="dk1"/>
                </a:solidFill>
              </a:rPr>
              <a:t>simple, direct, and concise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story flows logically:</a:t>
            </a:r>
            <a:br>
              <a:rPr lang="en-GB" sz="1200">
                <a:solidFill>
                  <a:schemeClr val="dk1"/>
                </a:solidFill>
              </a:rPr>
            </a:br>
            <a:br>
              <a:rPr lang="en-GB" sz="1200">
                <a:solidFill>
                  <a:schemeClr val="dk1"/>
                </a:solidFill>
              </a:rPr>
            </a:br>
            <a:r>
              <a:rPr lang="en-GB" sz="1200">
                <a:solidFill>
                  <a:schemeClr val="dk1"/>
                </a:solidFill>
              </a:rPr>
              <a:t> </a:t>
            </a:r>
            <a:r>
              <a:rPr b="1" lang="en-GB" sz="1200">
                <a:solidFill>
                  <a:schemeClr val="dk1"/>
                </a:solidFill>
              </a:rPr>
              <a:t>Problem → Current Situation → Proposed Solution → Expected Impact</a:t>
            </a:r>
            <a:br>
              <a:rPr b="1" lang="en-GB" sz="1200">
                <a:solidFill>
                  <a:schemeClr val="dk1"/>
                </a:solidFill>
              </a:rPr>
            </a:b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Submissions not following these guidelines may be </a:t>
            </a:r>
            <a:r>
              <a:rPr b="1" lang="en-GB" sz="1200">
                <a:solidFill>
                  <a:schemeClr val="dk1"/>
                </a:solidFill>
              </a:rPr>
              <a:t>penalized or rejected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c35bf51a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c35bf51a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c35bf51a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c35bf51a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c35bf51a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c35bf51a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c35bf51a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c35bf51a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35bf51a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35bf51a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c35bf51a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c35bf51a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c35bf51a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c35bf51a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c35bf51a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c35bf51a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c35bf51a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c35bf51a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c35bf51a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c35bf51a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39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971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Team Name &gt;</a:t>
            </a:r>
            <a:endParaRPr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555800" y="3355725"/>
            <a:ext cx="60324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i="1" lang="en-GB" sz="247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the guideline doc before filling this </a:t>
            </a:r>
            <a:endParaRPr sz="14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7" name="Google Shape;57;p13" title="Attendee Tee front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7663" y="1246653"/>
            <a:ext cx="5248666" cy="6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TIT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3386" y="870424"/>
            <a:ext cx="4137225" cy="2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77745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</a:t>
            </a: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&amp; Idea Overview</a:t>
            </a:r>
            <a:endParaRPr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Title: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Team Introduction &amp; Details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Name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Leader Name &amp; Contact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 Title (1 line)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Name (if any)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One-line description of what you’re building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Keep this crisp. Judges should understand </a:t>
            </a:r>
            <a:r>
              <a:rPr i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you’re attempting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10 seconds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91500" y="717750"/>
            <a:ext cx="73179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Statement</a:t>
            </a:r>
            <a:endParaRPr b="1" sz="3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Clear problem statement (2–3 lines max)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faces this problem? (students, teachers, citizens, businesses, govt, etc.)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does this problem occur today?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Avoid generic problems. Be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specific, real, and grounded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39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This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Matters</a:t>
            </a:r>
            <a:endParaRPr b="1"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is this problem important </a:t>
            </a:r>
            <a:r>
              <a:rPr i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happens if this problem is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solved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benefits most if it </a:t>
            </a:r>
            <a:r>
              <a:rPr i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solved?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Focus on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not features. Human, social, operational, or economic impact.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Situation</a:t>
            </a: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 Existing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Solutions</a:t>
            </a:r>
            <a:endParaRPr b="1"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is this problem handled today?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Existing systems / processes / tools (if any)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limitations or pain points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Show that you understand the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ground reality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not just theory.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Mutation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Readiness</a:t>
            </a:r>
            <a:endParaRPr b="1"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key assumption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your solution is making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happens if that assumption breaks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your solution would adapt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(at a high level)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can be written in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3–4 bullets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Examples (for clarity)</a:t>
            </a:r>
            <a:endParaRPr b="1" sz="13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i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internet is unavailable → system switches to offline mode / queues actions</a:t>
            </a:r>
            <a:br>
              <a:rPr i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i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i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an external API fails → fallback logic / cached data is used</a:t>
            </a:r>
            <a:br>
              <a:rPr i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i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i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requirement changes → configurable rules instead of hard-coded logic</a:t>
            </a:r>
            <a:endParaRPr i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Proposed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</a:t>
            </a:r>
            <a:endParaRPr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99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High-level solution explanation (no jargon)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your solution improves on the current situation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makes your approach different or better?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 implementation deep dive yet. Focus on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 and flow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Breakdown</a:t>
            </a:r>
            <a:endParaRPr b="1"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3–6 key features or components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each feature does (1 line each)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uses each feature (user type)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Think in terms of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modules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not screens.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Users &amp;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Stakeholders</a:t>
            </a:r>
            <a:endParaRPr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38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users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Secondary users (if any)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each user interacts with the solution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Judges should clearly see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clicks what and why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2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Expected Outcomes &amp;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Benefits</a:t>
            </a:r>
            <a:endParaRPr b="1"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Tangible outcomes (time saved, accuracy, visibility, cost, etc.)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Intangible outcomes (better decisions, transparency, motivation, etc.)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Short-term vs long-term impact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Even qualitative benefits are fine—just be logical.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lide 16_9 - 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Technology </a:t>
            </a:r>
            <a:r>
              <a:rPr b="1" lang="en-GB" sz="3600">
                <a:solidFill>
                  <a:srgbClr val="13F38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Overview</a:t>
            </a:r>
            <a:endParaRPr b="1" sz="3600">
              <a:solidFill>
                <a:srgbClr val="13F38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here: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tech stack (languages, frameworks, tools)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this stack makes sense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Scalability or future scope (1–2 lines)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Char char="●"/>
            </a:pP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add User flow/Solution flow </a:t>
            </a:r>
            <a:b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Instruction:</a:t>
            </a:r>
            <a:b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</a:t>
            </a:r>
            <a:r>
              <a:rPr b="1"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lang="en-GB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over-engineer. This is not a tech viva.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